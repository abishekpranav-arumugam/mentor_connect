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77240A-AC3F-4E84-886C-41A472C46F8C}">
          <p14:sldIdLst>
            <p14:sldId id="291"/>
            <p14:sldId id="281"/>
          </p14:sldIdLst>
        </p14:section>
        <p14:section name="Untitled Section" id="{1A9423EE-D949-4393-A7F7-9168DECE0793}">
          <p14:sldIdLst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29" y="6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iecon.org/mentor-connect/" TargetMode="External"/><Relationship Id="rId4" Type="http://schemas.openxmlformats.org/officeDocument/2006/relationships/hyperlink" Target="https://shorturl.at/yS4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69511" y="16249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0863" y="882726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1630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Mentor Connect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IT03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UNFAZED DYNAMOS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807334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MENTOR CONNECT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30395"/>
            <a:ext cx="1792941" cy="67693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</a:p>
          <a:p>
            <a:pPr algn="ctr"/>
            <a:r>
              <a:rPr lang="en-US" dirty="0"/>
              <a:t>DYNAMOS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4B938C-B281-CB44-B351-8CD17FE8700B}"/>
              </a:ext>
            </a:extLst>
          </p:cNvPr>
          <p:cNvSpPr txBox="1"/>
          <p:nvPr/>
        </p:nvSpPr>
        <p:spPr>
          <a:xfrm>
            <a:off x="141514" y="939997"/>
            <a:ext cx="7576456" cy="5450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IDEA PROPOSED 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To create a platform that provides guidance for the candidates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Creation of </a:t>
            </a:r>
            <a:r>
              <a:rPr lang="en-IN" b="1" dirty="0"/>
              <a:t>automated calendar booking system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Embedded video call and Chat Feature </a:t>
            </a:r>
            <a:r>
              <a:rPr lang="en-IN" dirty="0"/>
              <a:t>to directly interact with mentors and clarify their queries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User Friendly Interface</a:t>
            </a:r>
            <a:r>
              <a:rPr lang="en-IN" dirty="0"/>
              <a:t> for easy accessibility of the candidates and mentors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Resource library for learning materials </a:t>
            </a:r>
            <a:r>
              <a:rPr lang="en-IN" dirty="0"/>
              <a:t>which helps in upliftment of the mentors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Progress tracking of the mentees and providing task progress bar</a:t>
            </a:r>
            <a:r>
              <a:rPr lang="en-IN" dirty="0"/>
              <a:t> to ensure motivated growth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Providing Badges for the mentee</a:t>
            </a:r>
            <a:r>
              <a:rPr lang="en-IN" dirty="0"/>
              <a:t> based on their progress bar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Mentor will be provided with Certificates based on their mentee’s progress </a:t>
            </a:r>
            <a:r>
              <a:rPr lang="en-IN" dirty="0"/>
              <a:t>to ensure they are engaged with the platform and guide more candidates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85073-CF8D-1D24-357D-190AF107179C}"/>
              </a:ext>
            </a:extLst>
          </p:cNvPr>
          <p:cNvSpPr txBox="1"/>
          <p:nvPr/>
        </p:nvSpPr>
        <p:spPr>
          <a:xfrm>
            <a:off x="7852200" y="1029492"/>
            <a:ext cx="4172885" cy="5035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UNIQUENESS AND INNOVATION 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personalized connections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An </a:t>
            </a:r>
            <a:r>
              <a:rPr lang="en-US" b="1" dirty="0"/>
              <a:t>all-in-one platform </a:t>
            </a:r>
            <a:r>
              <a:rPr lang="en-US" dirty="0"/>
              <a:t>integrating scheduling communication, and resources, and </a:t>
            </a:r>
            <a:r>
              <a:rPr lang="en-US" b="1" dirty="0"/>
              <a:t>scalable architecture </a:t>
            </a:r>
            <a:r>
              <a:rPr lang="en-US" dirty="0"/>
              <a:t>that supports a diverse user base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It is continuously improves through real time feedback and </a:t>
            </a:r>
            <a:r>
              <a:rPr lang="en-US" b="1" dirty="0"/>
              <a:t>is designed to be future proof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Rating to mentors via providing certificates </a:t>
            </a:r>
            <a:r>
              <a:rPr lang="en-US" dirty="0"/>
              <a:t>based on the count and progress of students they guide.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51619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WORK FLOW &amp;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8746" y="4235"/>
            <a:ext cx="3382911" cy="44495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 DYNAMOS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484A2-B2AF-5A4C-16C6-D9B7DF3AAE8B}"/>
              </a:ext>
            </a:extLst>
          </p:cNvPr>
          <p:cNvSpPr txBox="1"/>
          <p:nvPr/>
        </p:nvSpPr>
        <p:spPr>
          <a:xfrm>
            <a:off x="8163854" y="1867866"/>
            <a:ext cx="530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APPROACH</a:t>
            </a:r>
            <a:endParaRPr lang="en-IN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FDA507-F287-0168-7DEE-B82472A51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599" y="1895915"/>
            <a:ext cx="1274400" cy="127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7531B2-B8CB-6EFA-A6E6-8C980BF96AEA}"/>
              </a:ext>
            </a:extLst>
          </p:cNvPr>
          <p:cNvSpPr txBox="1"/>
          <p:nvPr/>
        </p:nvSpPr>
        <p:spPr>
          <a:xfrm>
            <a:off x="8251058" y="2367830"/>
            <a:ext cx="2563469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FRONTEND 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HTML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CSS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JS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REACT (FRAMEWORK)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400" dirty="0"/>
          </a:p>
          <a:p>
            <a:pPr algn="just"/>
            <a:r>
              <a:rPr lang="en-US" sz="1400" b="1" dirty="0"/>
              <a:t>BACKEND: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MONGODB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FIREBASE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BCA17B-B8C0-24C3-957F-6D576A96F06D}"/>
              </a:ext>
            </a:extLst>
          </p:cNvPr>
          <p:cNvSpPr txBox="1"/>
          <p:nvPr/>
        </p:nvSpPr>
        <p:spPr>
          <a:xfrm>
            <a:off x="8251057" y="4518864"/>
            <a:ext cx="256346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API INTEGRATED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CALENDLY</a:t>
            </a:r>
          </a:p>
          <a:p>
            <a:r>
              <a:rPr lang="en-US" b="1" dirty="0"/>
              <a:t>AI LOGIC: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NATURAL LANGUAGE PROCESSING FOR CHATBOT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ED61DB-155D-879B-75CD-917D7D492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4527" y="1157826"/>
            <a:ext cx="1312159" cy="7380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8F675BF-9B76-0336-E420-EE79CA121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1581" y="3238992"/>
            <a:ext cx="1086474" cy="10864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359301B-96B3-3780-D576-A42663FA70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6637" y="4564471"/>
            <a:ext cx="1054961" cy="923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FCB10A-FD72-023A-ECCB-47478AEEF9DE}"/>
              </a:ext>
            </a:extLst>
          </p:cNvPr>
          <p:cNvSpPr txBox="1"/>
          <p:nvPr/>
        </p:nvSpPr>
        <p:spPr>
          <a:xfrm>
            <a:off x="12915506" y="4640926"/>
            <a:ext cx="1705429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 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FB1C8-6C45-C02D-19FF-8638940C8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8566"/>
            <a:ext cx="5007429" cy="58668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AAFF3D-7662-B9F5-DB0E-6389AB0588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0501" y="412222"/>
            <a:ext cx="3102722" cy="257624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A57BE8-8D3B-6B0C-DBB2-926AEF1B4C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0501" y="3172425"/>
            <a:ext cx="3102722" cy="280383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6DB4CF6-2C7A-7A95-3D4F-9A241FCF75C3}"/>
              </a:ext>
            </a:extLst>
          </p:cNvPr>
          <p:cNvSpPr txBox="1"/>
          <p:nvPr/>
        </p:nvSpPr>
        <p:spPr>
          <a:xfrm>
            <a:off x="8334025" y="604385"/>
            <a:ext cx="1469886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booking system &lt;sample output&gt;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016328"/>
            <a:ext cx="4721198" cy="30469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 :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600" b="1" dirty="0"/>
              <a:t>Technical Feasibility</a:t>
            </a:r>
            <a:r>
              <a:rPr lang="en-US" sz="1600" dirty="0"/>
              <a:t>: Use APIs for calendar integration and video calling; scalable cloud infrastructure.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600" b="1" dirty="0"/>
              <a:t>Financial Feasibility</a:t>
            </a:r>
            <a:r>
              <a:rPr lang="en-US" sz="1600" dirty="0"/>
              <a:t>: Moderate costs for development and maintenance; potential revenue through subscriptions and sponsorships.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600" b="1" dirty="0"/>
              <a:t>Legal Feasibility</a:t>
            </a:r>
            <a:r>
              <a:rPr lang="en-US" sz="1600" dirty="0"/>
              <a:t>: Ensure data privacy and compliance with regulations.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600" b="1" dirty="0"/>
              <a:t>Market Feasibility</a:t>
            </a:r>
            <a:r>
              <a:rPr lang="en-US" sz="1600" dirty="0"/>
              <a:t>: High demand for career mentoring; competition with LinkedIn and similar platforms.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2A988F-C43B-2D46-F847-2988D0FE15D0}"/>
              </a:ext>
            </a:extLst>
          </p:cNvPr>
          <p:cNvSpPr txBox="1"/>
          <p:nvPr/>
        </p:nvSpPr>
        <p:spPr>
          <a:xfrm>
            <a:off x="5192486" y="1036836"/>
            <a:ext cx="5442857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b="1" dirty="0"/>
              <a:t>POTENTIAL RISKS :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Technical</a:t>
            </a:r>
            <a:r>
              <a:rPr lang="en-US" dirty="0"/>
              <a:t>: Complex calendar and video call integration; scalability as user base grows.</a:t>
            </a:r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Financial</a:t>
            </a:r>
            <a:r>
              <a:rPr lang="en-US" dirty="0"/>
              <a:t>: Sustaining platform costs and generating consistent revenue.</a:t>
            </a:r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Operational</a:t>
            </a:r>
            <a:r>
              <a:rPr lang="en-US" dirty="0"/>
              <a:t>: Ensuring mentor availability and high-quality interactions</a:t>
            </a:r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Legal</a:t>
            </a:r>
            <a:r>
              <a:rPr lang="en-US" dirty="0"/>
              <a:t>: Data security and privacy concerns.</a:t>
            </a:r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dirty="0"/>
              <a:t>Market</a:t>
            </a:r>
            <a:r>
              <a:rPr lang="en-US" dirty="0"/>
              <a:t>: Breaking into a competitive market dominated by established platforms.</a:t>
            </a:r>
            <a:endParaRPr lang="en-IN" b="1" dirty="0"/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5EBE2362-F996-6A25-1AD7-9EC529AB16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49"/>
            <a:ext cx="1825598" cy="78906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 </a:t>
            </a:r>
          </a:p>
          <a:p>
            <a:pPr algn="ctr"/>
            <a:r>
              <a:rPr lang="en-US" dirty="0"/>
              <a:t>DYNAMOS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5ED5B-E640-3227-9697-B9FCAB85EA68}"/>
              </a:ext>
            </a:extLst>
          </p:cNvPr>
          <p:cNvSpPr txBox="1"/>
          <p:nvPr/>
        </p:nvSpPr>
        <p:spPr>
          <a:xfrm>
            <a:off x="288471" y="4181514"/>
            <a:ext cx="1176201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b="1" dirty="0"/>
              <a:t>STATERGIES TO OVERCOME CHALLENGES 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Technical</a:t>
            </a:r>
            <a:r>
              <a:rPr lang="en-US" dirty="0"/>
              <a:t>: Use established APIs and start with core features; scale with cloud infrastructure.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Financial:</a:t>
            </a:r>
            <a:r>
              <a:rPr lang="en-US" dirty="0"/>
              <a:t> Implement premium models; seek grants, sponsorships, and corporate partnerships.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Operational</a:t>
            </a:r>
            <a:r>
              <a:rPr lang="en-US" dirty="0"/>
              <a:t>: Partner with industries for mentor recruitment; implement feedback/rating system.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Legal</a:t>
            </a:r>
            <a:r>
              <a:rPr lang="en-US" dirty="0"/>
              <a:t>: Prioritize data security and privacy with encryption and audits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Market: </a:t>
            </a:r>
            <a:r>
              <a:rPr lang="en-US" dirty="0"/>
              <a:t>Host webinars, workshops, or career development events to engage users and build a community to attract both mentors and mentee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0743" y="1216689"/>
            <a:ext cx="4855029" cy="501675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IMPACTS: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/>
              <a:t>Career Growth</a:t>
            </a:r>
            <a:r>
              <a:rPr lang="en-US" sz="2000" dirty="0"/>
              <a:t>: Provides students and professionals access to personalized guidance, improving career prospects.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/>
              <a:t>Skill Development</a:t>
            </a:r>
            <a:r>
              <a:rPr lang="en-US" sz="2000" dirty="0"/>
              <a:t>: Helps candidates develop industry-relevant skills through expert mentorship.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/>
              <a:t>Networking Opportunities</a:t>
            </a:r>
            <a:r>
              <a:rPr lang="en-US" sz="2000" dirty="0"/>
              <a:t>: Builds valuable connections between mentees and industry leaders.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/>
              <a:t>Job Market Readiness</a:t>
            </a:r>
            <a:r>
              <a:rPr lang="en-US" sz="2000" dirty="0"/>
              <a:t>: Prepares candidates for job market demands, increasing employability.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/>
              <a:t>Access to Expertise</a:t>
            </a:r>
            <a:r>
              <a:rPr lang="en-US" sz="2000" dirty="0"/>
              <a:t>: Democratizes access to knowledge and experience from mentors across industries.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1674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</a:p>
          <a:p>
            <a:pPr algn="ctr"/>
            <a:r>
              <a:rPr lang="en-US" dirty="0"/>
              <a:t>DYNAMOS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3253A-C3FC-C699-0049-54B5015917F4}"/>
              </a:ext>
            </a:extLst>
          </p:cNvPr>
          <p:cNvSpPr txBox="1"/>
          <p:nvPr/>
        </p:nvSpPr>
        <p:spPr>
          <a:xfrm>
            <a:off x="5562600" y="1185461"/>
            <a:ext cx="5758543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BENEFITS: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/>
              <a:t>Social Benefits</a:t>
            </a:r>
            <a:r>
              <a:rPr lang="en-US" sz="2000" dirty="0"/>
              <a:t>: Promotes mentorship culture, bridges the skill gap, and fosters a more skilled workforce.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/>
              <a:t>Economic Benefits</a:t>
            </a:r>
            <a:r>
              <a:rPr lang="en-US" sz="2000" dirty="0"/>
              <a:t>: Enhances employment opportunities, leading to higher incomes and economic growth.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/>
              <a:t>Educational Benefits</a:t>
            </a:r>
            <a:r>
              <a:rPr lang="en-US" sz="2000" dirty="0"/>
              <a:t>: Supports continuous learning and development for both mentors and mentees.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/>
              <a:t>Environmental Benefits</a:t>
            </a:r>
            <a:r>
              <a:rPr lang="en-US" sz="2000" dirty="0"/>
              <a:t>: Virtual mentoring reduces the need for physical travel, lowering carbon emissions.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/>
              <a:t>Inclusive Growth</a:t>
            </a:r>
            <a:r>
              <a:rPr lang="en-US" sz="2000" dirty="0"/>
              <a:t>: Ensures that mentorship is accessible to candidates from diverse geographic and economic backgrounds.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820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 </a:t>
            </a:r>
          </a:p>
          <a:p>
            <a:pPr algn="ctr"/>
            <a:r>
              <a:rPr lang="en-US" dirty="0"/>
              <a:t>DYNAMOS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23ED98-C613-F392-F658-2EC4BBEECF8D}"/>
              </a:ext>
            </a:extLst>
          </p:cNvPr>
          <p:cNvSpPr txBox="1"/>
          <p:nvPr/>
        </p:nvSpPr>
        <p:spPr>
          <a:xfrm>
            <a:off x="1273629" y="1589314"/>
            <a:ext cx="9829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RESEARCH AND REFERENCES:</a:t>
            </a:r>
          </a:p>
          <a:p>
            <a:endParaRPr lang="en-US" sz="2400" dirty="0"/>
          </a:p>
          <a:p>
            <a:r>
              <a:rPr lang="en-US" sz="2400" dirty="0"/>
              <a:t>RESEARCH PAPER: </a:t>
            </a:r>
          </a:p>
          <a:p>
            <a:r>
              <a:rPr lang="en-US" sz="2400" dirty="0">
                <a:hlinkClick r:id="rId4"/>
              </a:rPr>
              <a:t>https://shorturl.at/yS4at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REFERENCES :</a:t>
            </a:r>
          </a:p>
          <a:p>
            <a:r>
              <a:rPr lang="en-US" sz="2400" dirty="0">
                <a:hlinkClick r:id="rId5"/>
              </a:rPr>
              <a:t>https://tiecon.org/mentor-connect/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7918</TotalTime>
  <Words>671</Words>
  <Application>Microsoft Office PowerPoint</Application>
  <PresentationFormat>Widescreen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MENTOR CONNECT </vt:lpstr>
      <vt:lpstr>WORK FLOW &amp;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Abishek Pranav</cp:lastModifiedBy>
  <cp:revision>154</cp:revision>
  <dcterms:created xsi:type="dcterms:W3CDTF">2013-12-12T18:46:50Z</dcterms:created>
  <dcterms:modified xsi:type="dcterms:W3CDTF">2024-09-30T13:18:36Z</dcterms:modified>
  <cp:category/>
</cp:coreProperties>
</file>