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90765-A679-45AC-844C-631944789CCF}" v="6" dt="2024-09-30T13:11:46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2" d="100"/>
          <a:sy n="52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6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4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8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9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8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71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17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37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921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911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713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57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54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0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3A944-B0D7-41EA-93A3-017C77F9CD11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313F4A1-D000-42EE-8121-2D23CF933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A504-0CB8-27B4-428E-46710FDBE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4401" y="1813560"/>
            <a:ext cx="6238680" cy="1044562"/>
          </a:xfrm>
        </p:spPr>
        <p:txBody>
          <a:bodyPr>
            <a:normAutofit/>
          </a:bodyPr>
          <a:lstStyle/>
          <a:p>
            <a:r>
              <a:rPr lang="en-IN" b="1" dirty="0"/>
              <a:t>Mentor - Connect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35338-24D0-6542-4BE1-0EF7640C3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3999879"/>
            <a:ext cx="2787823" cy="2080621"/>
          </a:xfrm>
        </p:spPr>
        <p:txBody>
          <a:bodyPr>
            <a:normAutofit/>
          </a:bodyPr>
          <a:lstStyle/>
          <a:p>
            <a:pPr algn="r"/>
            <a:r>
              <a:rPr lang="en-IN" sz="2000" b="1" dirty="0"/>
              <a:t>ABISHEK PRANAV S A</a:t>
            </a:r>
          </a:p>
          <a:p>
            <a:pPr algn="r"/>
            <a:r>
              <a:rPr lang="en-IN" sz="2000" b="1" dirty="0"/>
              <a:t>KOWSHIKA S</a:t>
            </a:r>
          </a:p>
          <a:p>
            <a:pPr algn="r"/>
            <a:r>
              <a:rPr lang="en-IN" sz="2000" b="1" dirty="0"/>
              <a:t>KOWSIKA A</a:t>
            </a:r>
          </a:p>
          <a:p>
            <a:pPr algn="r"/>
            <a:r>
              <a:rPr lang="en-IN" sz="2000" b="1" dirty="0"/>
              <a:t>JAYASREE K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070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5220-F221-4AC3-8BCB-DF4146C7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682" y="666987"/>
            <a:ext cx="8911687" cy="1280890"/>
          </a:xfrm>
        </p:spPr>
        <p:txBody>
          <a:bodyPr/>
          <a:lstStyle/>
          <a:p>
            <a:r>
              <a:rPr lang="en-IN" b="1" dirty="0"/>
              <a:t>IDEA PROPOSED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6613-1B29-18B0-F347-7EE9B613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1" y="1414112"/>
            <a:ext cx="10076865" cy="5550568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b="1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To create a platform that provides guidance for the candidates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Creation of </a:t>
            </a:r>
            <a:r>
              <a:rPr lang="en-IN" sz="4000" b="1" dirty="0"/>
              <a:t>automated calendar booking system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Embedded video call and Chat Feature </a:t>
            </a:r>
            <a:r>
              <a:rPr lang="en-IN" sz="4000" dirty="0"/>
              <a:t>to directly interact with mentors and clarify their queries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User Friendly Interface</a:t>
            </a:r>
            <a:r>
              <a:rPr lang="en-IN" sz="4000" dirty="0"/>
              <a:t> for easy accessibility of the candidates and mentors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Progress tracking of the mentees and providing task progress bar</a:t>
            </a:r>
            <a:r>
              <a:rPr lang="en-IN" sz="4000" dirty="0"/>
              <a:t> to ensure motivated growth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Providing Badges for the mentee</a:t>
            </a:r>
            <a:r>
              <a:rPr lang="en-IN" sz="4000" dirty="0"/>
              <a:t> based on their progress bar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Mentor will be provided with Certificates based on their mentee’s progress </a:t>
            </a:r>
            <a:r>
              <a:rPr lang="en-IN" sz="4000" dirty="0"/>
              <a:t>to ensure they are engaged with the platform and guide more candidates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10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D1F6-8093-A4DE-8A2F-C551A575B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09"/>
            <a:ext cx="8911687" cy="3274122"/>
          </a:xfrm>
        </p:spPr>
        <p:txBody>
          <a:bodyPr>
            <a:normAutofit/>
          </a:bodyPr>
          <a:lstStyle/>
          <a:p>
            <a:r>
              <a:rPr lang="en-US" b="1" dirty="0"/>
              <a:t>UNIQUENESS AND INNOVATION 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A735-E722-2CAE-6BF6-D43373C41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865040"/>
            <a:ext cx="9666957" cy="456784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Ensures personalized connections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 </a:t>
            </a:r>
            <a:r>
              <a:rPr lang="en-US" sz="2000" b="1" dirty="0"/>
              <a:t>all-in-one platform </a:t>
            </a:r>
            <a:r>
              <a:rPr lang="en-US" sz="2000" dirty="0"/>
              <a:t>integrating scheduling communication, and resources, and </a:t>
            </a:r>
            <a:r>
              <a:rPr lang="en-US" sz="2000" b="1" dirty="0"/>
              <a:t>scalable architecture </a:t>
            </a:r>
            <a:r>
              <a:rPr lang="en-US" sz="2000" dirty="0"/>
              <a:t>that supports a diverse user base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It is continuously improves through real time feedback and </a:t>
            </a:r>
            <a:r>
              <a:rPr lang="en-US" sz="2000" b="1" dirty="0"/>
              <a:t>is designed to be future proof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Rating to mentors via providing certificates </a:t>
            </a:r>
            <a:r>
              <a:rPr lang="en-US" sz="2000" dirty="0"/>
              <a:t>based on the count and progress of students they guide.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08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037C-7F48-02FF-AD52-C1766E38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43725"/>
            <a:ext cx="8911687" cy="80610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WORK FLOW &amp; APPROACH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7764D8-C428-A5FF-AA65-278FF452F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323" y="1125415"/>
            <a:ext cx="6471139" cy="5732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8A9975-405C-AA58-C512-C00D1E76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25415"/>
            <a:ext cx="4632960" cy="2576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AF6D8-AD61-7BC4-F440-BB8293AA9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916681"/>
            <a:ext cx="4632960" cy="287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0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D15C-2220-F78B-EABD-733CFE96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/>
          <a:lstStyle/>
          <a:p>
            <a:r>
              <a:rPr lang="en-IN" b="1" dirty="0"/>
              <a:t>TECHNICAL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B840F-423A-177E-6BD6-9AE3C31B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617785"/>
            <a:ext cx="9864456" cy="4829907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FRONTEND 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HTML , CSS , JS , REACT ( FRAMEWORK )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BACKEND: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MONGODB , FIREBASE</a:t>
            </a:r>
          </a:p>
          <a:p>
            <a:endParaRPr lang="en-IN" dirty="0"/>
          </a:p>
          <a:p>
            <a:r>
              <a:rPr lang="en-US" sz="2000" b="1" dirty="0"/>
              <a:t>API INTEGRATED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CALENDLY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r>
              <a:rPr lang="en-US" sz="2000" b="1" dirty="0"/>
              <a:t>AI LOGIC: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NATURAL LANGUAGE PROCESSING FOR CHATBOT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AD897-51DF-40D0-5200-9142D8F06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613" y="4250083"/>
            <a:ext cx="1312159" cy="738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5FAB17-5789-2C83-B2DF-1DD7C1F2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929" y="2704048"/>
            <a:ext cx="1086474" cy="1086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CDDC2-2AB2-54F7-888F-D236EBE68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257" y="5485010"/>
            <a:ext cx="1054961" cy="923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65FE7F-A096-3508-64EB-4AD94660E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846" y="1217453"/>
            <a:ext cx="1274400" cy="127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9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A4FC-4756-334C-26CC-B4DCCD315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69830"/>
            <a:ext cx="8911687" cy="1280890"/>
          </a:xfrm>
        </p:spPr>
        <p:txBody>
          <a:bodyPr/>
          <a:lstStyle/>
          <a:p>
            <a:r>
              <a:rPr lang="en-IN" b="1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B10C-8EA2-B414-2D2A-A4044E4F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840" y="1493520"/>
            <a:ext cx="10012680" cy="5348292"/>
          </a:xfrm>
        </p:spPr>
        <p:txBody>
          <a:bodyPr/>
          <a:lstStyle/>
          <a:p>
            <a:pPr marL="0" indent="0" algn="just">
              <a:buNone/>
            </a:pPr>
            <a:endParaRPr lang="en-US" sz="20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100" b="1" dirty="0"/>
              <a:t>Social Benefits</a:t>
            </a:r>
            <a:r>
              <a:rPr lang="en-US" sz="2100" dirty="0"/>
              <a:t>: Promotes mentorship culture, bridges the skill gap, and fosters a more skilled workforce.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100" b="1" dirty="0"/>
              <a:t>Economic Benefits</a:t>
            </a:r>
            <a:r>
              <a:rPr lang="en-US" sz="2100" dirty="0"/>
              <a:t>: Enhances employment opportunities, leading to higher incomes and economic growth.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100" b="1" dirty="0"/>
              <a:t>Educational Benefits</a:t>
            </a:r>
            <a:r>
              <a:rPr lang="en-US" sz="2100" dirty="0"/>
              <a:t>: Supports continuous learning and development for both mentors and mentees.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100" b="1" dirty="0"/>
              <a:t>Environmental Benefits</a:t>
            </a:r>
            <a:r>
              <a:rPr lang="en-US" sz="2100" dirty="0"/>
              <a:t>: Virtual mentoring reduces the need for physical travel, lowering carbon emissions.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100" b="1" dirty="0"/>
              <a:t>Inclusive Growth</a:t>
            </a:r>
            <a:r>
              <a:rPr lang="en-US" sz="2100" dirty="0"/>
              <a:t>: Ensures that mentorship is accessible to candidates from diverse geographic and economic backgrounds.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65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A346-461E-39BE-3AF3-068DB2B4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452" y="914400"/>
            <a:ext cx="8915399" cy="5029200"/>
          </a:xfrm>
        </p:spPr>
        <p:txBody>
          <a:bodyPr>
            <a:normAutofit/>
          </a:bodyPr>
          <a:lstStyle/>
          <a:p>
            <a:r>
              <a:rPr lang="en-IN" b="1" kern="1200" dirty="0">
                <a:solidFill>
                  <a:srgbClr val="262626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rPr>
              <a:t>THANK YOU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9F246-9519-F298-7640-9EE9FB073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5466566"/>
            <a:ext cx="8915399" cy="1555864"/>
          </a:xfrm>
        </p:spPr>
        <p:txBody>
          <a:bodyPr/>
          <a:lstStyle/>
          <a:p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900416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80</TotalTime>
  <Words>284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Times New Roman</vt:lpstr>
      <vt:lpstr>Wingdings</vt:lpstr>
      <vt:lpstr>Wingdings 3</vt:lpstr>
      <vt:lpstr>Wisp</vt:lpstr>
      <vt:lpstr>Mentor - Connect</vt:lpstr>
      <vt:lpstr>IDEA PROPOSED</vt:lpstr>
      <vt:lpstr>UNIQUENESS AND INNOVATION : </vt:lpstr>
      <vt:lpstr>WORK FLOW &amp; APPROACH</vt:lpstr>
      <vt:lpstr>TECHNICAL STACKS</vt:lpstr>
      <vt:lpstr>BENEFITS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Abishek Pranav</dc:creator>
  <cp:lastModifiedBy>Abishek Pranav</cp:lastModifiedBy>
  <cp:revision>2</cp:revision>
  <dcterms:created xsi:type="dcterms:W3CDTF">2024-09-30T11:54:25Z</dcterms:created>
  <dcterms:modified xsi:type="dcterms:W3CDTF">2024-09-30T13:40:17Z</dcterms:modified>
</cp:coreProperties>
</file>